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63501" y="762000"/>
            <a:ext cx="77207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 MEMO / PROTOTYPE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3501" y="1143000"/>
            <a:ext cx="7720786" cy="64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0"/>
              </a:lnSpc>
              <a:spcBef>
                <a:spcPts val="1800"/>
              </a:spcBef>
              <a:spcAft>
                <a:spcPts val="800"/>
              </a:spcAft>
              <a:buNone/>
            </a:pPr>
            <a:r>
              <a:rPr lang="en-US" sz="4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AIボイスメモ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3501" y="2090440"/>
            <a:ext cx="1015901" cy="5075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501" y="2445990"/>
            <a:ext cx="7720786" cy="73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対面MTGを最高品質で文字起こし、編集、要約する</a:t>
            </a:r>
            <a:endParaRPr lang="en-US" sz="2000" dirty="0"/>
          </a:p>
          <a:p>
            <a:pPr algn="l"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軽量プロトタイプ PWA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3501" y="3411289"/>
            <a:ext cx="7720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 × AI の役割分担で、話者分離と文字精度を両立する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3501" y="4654600"/>
            <a:ext cx="7720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jizo-dev.com/ai-voice-memo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63501" y="457200"/>
            <a:ext cx="77207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問題提起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3501" y="723900"/>
            <a:ext cx="772078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既存の文字起こしツールの3つの弱点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3501" y="1495425"/>
            <a:ext cx="772078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2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対面MTGを記録する用途では、自動文字起こしだけでは精度・運用コストの面で限界が見える。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3501" y="2290316"/>
            <a:ext cx="2387650" cy="2273201"/>
          </a:xfrm>
          <a:prstGeom prst="roundRect">
            <a:avLst>
              <a:gd name="adj" fmla="val 223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01601" y="2290316"/>
            <a:ext cx="0" cy="2273201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8301" y="2493466"/>
            <a:ext cx="18913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68301" y="2874466"/>
            <a:ext cx="18913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話者分離精度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8301" y="3217366"/>
            <a:ext cx="1891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同一マイク収録だと AI 単独では発話者を高精度で分けきれない。複数人が同時に話す場面で破綻しやすい。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4301" y="2290316"/>
            <a:ext cx="2387798" cy="2273201"/>
          </a:xfrm>
          <a:prstGeom prst="roundRect">
            <a:avLst>
              <a:gd name="adj" fmla="val 223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92401" y="2290316"/>
            <a:ext cx="0" cy="2273201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9101" y="2493466"/>
            <a:ext cx="18914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59101" y="2874466"/>
            <a:ext cx="1891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話者の取り違え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59101" y="3217366"/>
            <a:ext cx="18914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話者ラベルが Speaker A / B のまま残り、誰が何を言ったか後から特定する作業が大きな負担になる。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45250" y="2290316"/>
            <a:ext cx="2387650" cy="2273201"/>
          </a:xfrm>
          <a:prstGeom prst="roundRect">
            <a:avLst>
              <a:gd name="adj" fmla="val 223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83350" y="2290316"/>
            <a:ext cx="0" cy="2273201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0050" y="2493466"/>
            <a:ext cx="18913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50050" y="2874466"/>
            <a:ext cx="18913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後修正コスト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0050" y="3217366"/>
            <a:ext cx="1891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出力が一気通貫の固まりで、特定行だけの修正、追加収録の差し込み、順序入れ替えが困難。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3501" y="4705350"/>
            <a:ext cx="7720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jizo-dev.com/ai-voice-memo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55550"/>
            <a:ext cx="79278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解決アプローチ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2000" y="596801"/>
            <a:ext cx="792784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二段階方式 - 人間 × AI の役割分担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62000" y="1228576"/>
            <a:ext cx="792784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録音中に人間が「誰が話したか」を担い、後処理で AI が「何を話したか」を担う。最後に LLM が両者を統合する。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2000" y="1868239"/>
            <a:ext cx="3771900" cy="2181225"/>
          </a:xfrm>
          <a:prstGeom prst="roundRect">
            <a:avLst>
              <a:gd name="adj" fmla="val 232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62000" y="1892052"/>
            <a:ext cx="3771900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5150" y="2093565"/>
            <a:ext cx="3432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5150" y="2287191"/>
            <a:ext cx="3432911" cy="520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リアルタイム層記録時にだけ可能な情報を取り逃さない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5150" y="2909292"/>
            <a:ext cx="3365599" cy="70916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で録音中に即時文字起こし</a:t>
            </a:r>
            <a:endParaRPr lang="en-US" sz="1100" dirty="0"/>
          </a:p>
          <a:p>
            <a:pPr algn="l" marL="101600" indent="-1016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話者ボタン押下で話者を確定（人手・最高信頼）</a:t>
            </a:r>
            <a:endParaRPr lang="en-US" sz="1100" dirty="0"/>
          </a:p>
          <a:p>
            <a:pPr algn="l" marL="101600" indent="-1016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20分自動 pause、STT 無反応バナーで安全運用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62500" y="1868239"/>
            <a:ext cx="3771900" cy="2181225"/>
          </a:xfrm>
          <a:prstGeom prst="roundRect">
            <a:avLst>
              <a:gd name="adj" fmla="val 232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0" y="1892052"/>
            <a:ext cx="3771900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650" y="2093565"/>
            <a:ext cx="3432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 LAYER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65650" y="2287191"/>
            <a:ext cx="3432911" cy="520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後処理層大量データを高品質テキストに整える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65650" y="2909292"/>
            <a:ext cx="3365599" cy="91172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 でテキスト精度を確保（Run1）</a:t>
            </a:r>
            <a:endParaRPr lang="en-US" sz="1100" dirty="0"/>
          </a:p>
          <a:p>
            <a:pPr algn="l" marL="101600" indent="-1016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Deepgram Nova-3 で話者分離と分節（Run2）</a:t>
            </a:r>
            <a:endParaRPr lang="en-US" sz="1100" dirty="0"/>
          </a:p>
          <a:p>
            <a:pPr algn="l" marL="101600" indent="-1016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Run1 と Run2 のエンジン・モデルは個別に選択可能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2000" y="4756249"/>
            <a:ext cx="79278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jizo-dev.com/ai-voice-memo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04800"/>
            <a:ext cx="79278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アーキテクチャ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2000" y="546050"/>
            <a:ext cx="792784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ゼロ欠落・時系列整流の5フェーズ設計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1063526"/>
            <a:ext cx="7927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が勝手に行を増減できない構造で、品質と再現性を両立する。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444526"/>
            <a:ext cx="1493490" cy="1463427"/>
          </a:xfrm>
          <a:prstGeom prst="roundRect">
            <a:avLst>
              <a:gd name="adj" fmla="val 347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62000" y="1468338"/>
            <a:ext cx="1493490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8950" y="1619101"/>
            <a:ext cx="1264381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8950" y="1873002"/>
            <a:ext cx="126438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主軸選定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8950" y="2079873"/>
            <a:ext cx="126438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完了済ソースから最大量1本を骨組みに選ぶ（決定論）。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31690" y="1444526"/>
            <a:ext cx="1493639" cy="1463427"/>
          </a:xfrm>
          <a:prstGeom prst="roundRect">
            <a:avLst>
              <a:gd name="adj" fmla="val 347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331690" y="1468338"/>
            <a:ext cx="1493639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8641" y="1619101"/>
            <a:ext cx="126453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58641" y="1873002"/>
            <a:ext cx="126453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行構築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8641" y="2079873"/>
            <a:ext cx="1264533" cy="67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主軸と他ソースを時刻＋類似度で束ね、外れ発話はオーファンとして時系列に挿入。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01529" y="1444526"/>
            <a:ext cx="1493490" cy="1463427"/>
          </a:xfrm>
          <a:prstGeom prst="roundRect">
            <a:avLst>
              <a:gd name="adj" fmla="val 347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01529" y="1468338"/>
            <a:ext cx="1493490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8480" y="1619101"/>
            <a:ext cx="1264381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8480" y="1873002"/>
            <a:ext cx="126438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話者解決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8480" y="2079873"/>
            <a:ext cx="1264381" cy="67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押下イベント→直前継承→Web Speech→未設定の優先度で話者を確定。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71220" y="1444526"/>
            <a:ext cx="1493490" cy="1463427"/>
          </a:xfrm>
          <a:prstGeom prst="roundRect">
            <a:avLst>
              <a:gd name="adj" fmla="val 347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71220" y="1468338"/>
            <a:ext cx="1493490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8170" y="1619101"/>
            <a:ext cx="1264381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98170" y="1873002"/>
            <a:ext cx="126438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LLM整流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98170" y="2079873"/>
            <a:ext cx="1264381" cy="67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チャンク分割並列で候補を句読点整形・選択。行追加・削除・並べ替えは禁止。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910" y="1444526"/>
            <a:ext cx="1493490" cy="1463427"/>
          </a:xfrm>
          <a:prstGeom prst="roundRect">
            <a:avLst>
              <a:gd name="adj" fmla="val 347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040910" y="1468338"/>
            <a:ext cx="1493490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67860" y="1619101"/>
            <a:ext cx="1264381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67860" y="1873002"/>
            <a:ext cx="126438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強制整合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67860" y="2079873"/>
            <a:ext cx="1264381" cy="67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候補に無い4文字以上連続部分文字列は LLM 過剰補填と判定し主軸テキストへ戻す。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2000" y="3060353"/>
            <a:ext cx="7772400" cy="1131987"/>
          </a:xfrm>
          <a:prstGeom prst="roundRect">
            <a:avLst>
              <a:gd name="adj" fmla="val 448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49226" y="3196828"/>
            <a:ext cx="75459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GUARANTEES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9226" y="3399979"/>
            <a:ext cx="7397948" cy="63058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523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ゼロ欠落 - 主軸全行とオーファン発話を必ず含める</a:t>
            </a:r>
            <a:endParaRPr lang="en-US" sz="1050" dirty="0"/>
          </a:p>
          <a:p>
            <a:pPr algn="l" marL="101600" indent="-101600">
              <a:lnSpc>
                <a:spcPts val="1523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時系列順 - 主軸1本に揃え、LLM は行順を変えられない</a:t>
            </a:r>
            <a:endParaRPr lang="en-US" sz="1050" dirty="0"/>
          </a:p>
          <a:p>
            <a:pPr algn="l" marL="101600" indent="-101600">
              <a:lnSpc>
                <a:spcPts val="1523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障害耐性 - チャンク失敗時は主軸生テキストでフォールバック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2000" y="4781550"/>
            <a:ext cx="79278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jizo-dev.com/ai-voice-memo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279350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入力ソース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1101" y="520601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種類の入力を同じパイプラインへ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1101" y="1088827"/>
            <a:ext cx="8031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対面・オンライン・既存音声のどれでも、同じ4カラム比較ビュー・要約・Excel エクスポートまで一本道。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101" y="1454497"/>
            <a:ext cx="2523083" cy="2704058"/>
          </a:xfrm>
          <a:prstGeom prst="roundRect">
            <a:avLst>
              <a:gd name="adj" fmla="val 20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49201" y="1454497"/>
            <a:ext cx="0" cy="2704058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5002" y="1606897"/>
            <a:ext cx="21333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5002" y="1790998"/>
            <a:ext cx="213331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 PWA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5002" y="2168723"/>
            <a:ext cx="2091482" cy="153590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Safari からホーム画面追加で起動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20分自動 pause・残時間表示・STT 無反応バナー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退避で電波切れにも強い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録音中の話者ボタンが話者確定の決め手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6584" y="1454497"/>
            <a:ext cx="2523232" cy="2704058"/>
          </a:xfrm>
          <a:prstGeom prst="roundRect">
            <a:avLst>
              <a:gd name="adj" fmla="val 20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424684" y="1454497"/>
            <a:ext cx="0" cy="2704058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0485" y="1606897"/>
            <a:ext cx="21334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40485" y="1790998"/>
            <a:ext cx="21334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Cloud Recording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0485" y="2406848"/>
            <a:ext cx="2091630" cy="153590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管理画面の一覧から1件ずつ取り込み（Pull 型）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参加者別音声の分離トラックで話者100%確定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は通知のみ。意図しない自動 DL なし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Server-to-Server OAuth で自アカウント録画を取得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62216" y="1454497"/>
            <a:ext cx="2523083" cy="2704058"/>
          </a:xfrm>
          <a:prstGeom prst="roundRect">
            <a:avLst>
              <a:gd name="adj" fmla="val 20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00316" y="1454497"/>
            <a:ext cx="0" cy="2704058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6117" y="1606897"/>
            <a:ext cx="21333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16117" y="1790998"/>
            <a:ext cx="213331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任意音声ファイル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16117" y="2168723"/>
            <a:ext cx="2091482" cy="153590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m4a / mp4 / wav / mp3 / webm / ogg / flac 対応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複数選択でファイル=話者として分離取り込み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1ファイル最大100MB・最大60分（クライアント検証）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ICレコーダー・スマホ・他社会議システム録画も同じ流れで処理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101" y="4807000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jizo-dev.com/ai-voice-memo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279350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編集と運用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1101" y="520601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人手による補正を低コストで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1101" y="1088827"/>
            <a:ext cx="8031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完全自動を目指さず、人間が必要な箇所だけ素早く直せる UI を提供する。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101" y="1454497"/>
            <a:ext cx="2523083" cy="2281982"/>
          </a:xfrm>
          <a:prstGeom prst="roundRect">
            <a:avLst>
              <a:gd name="adj" fmla="val 22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11101" y="1478310"/>
            <a:ext cx="2523083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8802" y="1654522"/>
            <a:ext cx="22110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8802" y="1848148"/>
            <a:ext cx="22110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行ごとの話者修正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8802" y="2225873"/>
            <a:ext cx="2167682" cy="11424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最終版の話者ラベルをクリックでドロップダウン化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参加者リストから1クリックで差し替え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再マージ不要・Excel 出力にも即同期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6584" y="1454497"/>
            <a:ext cx="2523232" cy="2281982"/>
          </a:xfrm>
          <a:prstGeom prst="roundRect">
            <a:avLst>
              <a:gd name="adj" fmla="val 22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86584" y="1478310"/>
            <a:ext cx="2523232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4285" y="1654522"/>
            <a:ext cx="2211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4285" y="1848148"/>
            <a:ext cx="221118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録音音声の追加・順序入替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4285" y="2225873"/>
            <a:ext cx="2167830" cy="9647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↑↓ ボタンで録音の順序を即時入替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追加収録した音声を後から差し込み可能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古い解析結果には警告バナーで再実行を促す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62216" y="1454497"/>
            <a:ext cx="2523083" cy="2281982"/>
          </a:xfrm>
          <a:prstGeom prst="roundRect">
            <a:avLst>
              <a:gd name="adj" fmla="val 22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62216" y="1478310"/>
            <a:ext cx="2523083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9917" y="1654522"/>
            <a:ext cx="22110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39917" y="1848148"/>
            <a:ext cx="22110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マージパラメータ調整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9917" y="2225873"/>
            <a:ext cx="2167682" cy="13201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チャンクサイズ・並列度・主軸選定アルゴリズムを画面で変更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重み（Web Speech : Run1 : Run2 = 10合計）でテキスト採用バランスを制御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運用デフォルトは Whisper 主軸（1:7:2）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1101" y="4807000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jizo-dev.com/ai-voice-memo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279350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出力と二次活用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1101" y="520601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議事録の先まで一気通貫で活用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1101" y="1088827"/>
            <a:ext cx="8031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編集結果は同じデータソースから複数フォーマットへ自動展開される。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101" y="1454497"/>
            <a:ext cx="3860899" cy="1025128"/>
          </a:xfrm>
          <a:prstGeom prst="roundRect">
            <a:avLst>
              <a:gd name="adj" fmla="val 49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49201" y="1454497"/>
            <a:ext cx="0" cy="1025128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5002" y="1606897"/>
            <a:ext cx="34978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カラム比較ビュー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5002" y="1959322"/>
            <a:ext cx="349788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最終版 / Web Speech / Run1 / Run2 を横並びで参照。要確認タグも集約表示。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24400" y="1454497"/>
            <a:ext cx="3860899" cy="1025128"/>
          </a:xfrm>
          <a:prstGeom prst="roundRect">
            <a:avLst>
              <a:gd name="adj" fmla="val 49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62500" y="1454497"/>
            <a:ext cx="0" cy="1025128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8301" y="1606897"/>
            <a:ext cx="34978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エクスポート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78301" y="1959322"/>
            <a:ext cx="3497884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/ Summary / Tasks / Issues の4シート構造で社内共有・監査対応にそのまま使える。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101" y="2606576"/>
            <a:ext cx="3860899" cy="1304627"/>
          </a:xfrm>
          <a:prstGeom prst="roundRect">
            <a:avLst>
              <a:gd name="adj" fmla="val 389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49201" y="2606576"/>
            <a:ext cx="0" cy="1304627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5002" y="2758976"/>
            <a:ext cx="34978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要約・タスク抽出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5002" y="3111401"/>
            <a:ext cx="3429298" cy="6093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200〜400字の会議サマリ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担当者付きの残タスク箇条書き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Flash / Pro を画面から選択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24400" y="2606576"/>
            <a:ext cx="3860899" cy="1304627"/>
          </a:xfrm>
          <a:prstGeom prst="roundRect">
            <a:avLst>
              <a:gd name="adj" fmla="val 389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62500" y="2606576"/>
            <a:ext cx="0" cy="1304627"/>
          </a:xfrm>
          <a:prstGeom prst="line">
            <a:avLst/>
          </a:prstGeom>
          <a:noFill/>
          <a:ln w="762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8301" y="2758976"/>
            <a:ext cx="34978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文字起こしへの Q&amp;A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78301" y="3111401"/>
            <a:ext cx="3429298" cy="6093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会議内容に自然言語で質問できる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履歴は qa_history に保存・再参照可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要点抽出・特定話者の発言のみ抽出など柔軟運用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1101" y="4807000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jizo-dev.com/ai-voice-memo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279350"/>
            <a:ext cx="8135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ツアー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0350" y="520601"/>
            <a:ext cx="813521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実際の画面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0350" y="1088827"/>
            <a:ext cx="813521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 PWA はシンプルな録音セットアップ。管理画面はプロジェクト管理・Zoom 取り込み・各種解析を一つの場所に集約。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0350" y="1667768"/>
            <a:ext cx="168396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 PWA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0350" y="1975693"/>
            <a:ext cx="1683969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MTG名・参加者・ビットレート（64kbps 推奨）を設定して録音開始。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451" y="1667768"/>
            <a:ext cx="49224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管理画面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14451" y="1975693"/>
            <a:ext cx="492241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プロジェクト一覧・Zoom 取り込み・音声ファイル追加をサイドバーに集約。MTG履歴は最終版バッジ付きで一覧表示。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350" y="4972496"/>
            <a:ext cx="8135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jizo-dev.com/ai-voice-memo</a:t>
            </a:r>
            <a:endParaRPr lang="en-US" sz="900" dirty="0"/>
          </a:p>
        </p:txBody>
      </p:sp>
      <p:pic>
        <p:nvPicPr>
          <p:cNvPr id="11" name="Image 0" descr="D:\voice\docs\pitch_workspace\images\mobile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50" y="2584996"/>
            <a:ext cx="1396901" cy="2387501"/>
          </a:xfrm>
          <a:prstGeom prst="rect">
            <a:avLst/>
          </a:prstGeom>
        </p:spPr>
      </p:pic>
      <p:pic>
        <p:nvPicPr>
          <p:cNvPr id="12" name="Image 1" descr="D:\voice\docs\pitch_workspace\images\admin_cropp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451" y="2407295"/>
            <a:ext cx="4572000" cy="23875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279350"/>
            <a:ext cx="8135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システム構成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0350" y="520601"/>
            <a:ext cx="813521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軽量・可搬・自前運用しやすい構成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0350" y="1063526"/>
            <a:ext cx="813521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 PWA + 1台の VPS で完結。各エンジンは差し替え可能な疎結合。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0350" y="1429196"/>
            <a:ext cx="1418927" cy="1159818"/>
          </a:xfrm>
          <a:prstGeom prst="roundRect">
            <a:avLst>
              <a:gd name="adj" fmla="val 438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60350" y="1453009"/>
            <a:ext cx="1418927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851" y="1603772"/>
            <a:ext cx="12402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1851" y="1756172"/>
            <a:ext cx="124024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 PWA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1851" y="1974503"/>
            <a:ext cx="12402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MediaRecorder + Web Speech + 話者ボタン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30028" y="1889968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99543" y="1429196"/>
            <a:ext cx="1418927" cy="1159818"/>
          </a:xfrm>
          <a:prstGeom prst="roundRect">
            <a:avLst>
              <a:gd name="adj" fmla="val 438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299543" y="1453009"/>
            <a:ext cx="1418927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1044" y="1603772"/>
            <a:ext cx="12402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01044" y="1756172"/>
            <a:ext cx="124024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01044" y="1974503"/>
            <a:ext cx="12402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SQLite + 静的配信 (Nginx HTTPS)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69221" y="1889968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8736" y="1429196"/>
            <a:ext cx="1418927" cy="1159818"/>
          </a:xfrm>
          <a:prstGeom prst="roundRect">
            <a:avLst>
              <a:gd name="adj" fmla="val 438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938736" y="1453009"/>
            <a:ext cx="1418927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0237" y="1603772"/>
            <a:ext cx="12402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40237" y="1756172"/>
            <a:ext cx="1240244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/ Deepgram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40237" y="2142083"/>
            <a:ext cx="12402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Run1 / Run2 を別エンジンで二重解析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08414" y="1889968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929" y="1429196"/>
            <a:ext cx="1418927" cy="1159818"/>
          </a:xfrm>
          <a:prstGeom prst="roundRect">
            <a:avLst>
              <a:gd name="adj" fmla="val 438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77929" y="1453009"/>
            <a:ext cx="1418927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79430" y="1603772"/>
            <a:ext cx="12402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79430" y="1756172"/>
            <a:ext cx="124024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79430" y="1974503"/>
            <a:ext cx="12402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統合 / 要約 / タスク抽出 / Q&amp;A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7607" y="1889968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17122" y="1429196"/>
            <a:ext cx="1418927" cy="1159818"/>
          </a:xfrm>
          <a:prstGeom prst="roundRect">
            <a:avLst>
              <a:gd name="adj" fmla="val 438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217122" y="1453009"/>
            <a:ext cx="1418927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8623" y="1603772"/>
            <a:ext cx="12402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8623" y="1756172"/>
            <a:ext cx="124024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管理画面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8623" y="1974503"/>
            <a:ext cx="12402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4カラム比較 / Excel / 編集 UI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0350" y="2766715"/>
            <a:ext cx="7975699" cy="834479"/>
          </a:xfrm>
          <a:prstGeom prst="roundRect">
            <a:avLst>
              <a:gd name="adj" fmla="val 608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47576" y="2903190"/>
            <a:ext cx="77532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7576" y="3096816"/>
            <a:ext cx="7753273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22.04 / Nginx + Let's Encrypt / FastAPI (systemd) / SQLite ファイル DB / Vanilla JS フロント。Docker は使わず scp デプロイ。Zoom 連携は Server-to-Server OAuth。秘匿情報はクライアントに渡さず VPS でプロキシ。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0350" y="4807000"/>
            <a:ext cx="8135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jizo-dev.com/ai-voice-memo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1101" y="304800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ロードマップ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1101" y="546050"/>
            <a:ext cx="80316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次に伸ばす方向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1101" y="1152376"/>
            <a:ext cx="8031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プロトタイプの土台はできた。次は活用幅と安全性を広げる。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101" y="1543348"/>
            <a:ext cx="3860899" cy="1333202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11101" y="1567160"/>
            <a:ext cx="3860899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8802" y="1743373"/>
            <a:ext cx="35756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機能拡張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8802" y="2076748"/>
            <a:ext cx="3505498" cy="6093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 4.5 を要約・Q&amp;A の選択肢に追加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用途別テンプレート（会議・インタビュー・講義）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 PWA の一時停止 / 再開フロー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24400" y="1543348"/>
            <a:ext cx="3860899" cy="1333202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24400" y="1567160"/>
            <a:ext cx="3860899" cy="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2101" y="1743373"/>
            <a:ext cx="35756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安全性と運用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02101" y="2076748"/>
            <a:ext cx="3505498" cy="6093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Presidio + GiNZA による PII 自動マスキング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プライバシーポリシー整備と公開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監査ログ強化・組織共有・権限管理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101" y="3028950"/>
            <a:ext cx="7874198" cy="617637"/>
          </a:xfrm>
          <a:prstGeom prst="roundRect">
            <a:avLst>
              <a:gd name="adj" fmla="val 8225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8802" y="3155900"/>
            <a:ext cx="76691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PROTOTYPE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802" y="3324076"/>
            <a:ext cx="766917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jizo-dev.com/ai-voice-memo / 管理画面: jizo-dev.com/ai-voice-memo/admin/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1101" y="4807000"/>
            <a:ext cx="80316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- jizo-dev.com/ai-voice-memo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AIボイスメモ – プロトタイプ紹介</dc:title>
  <dc:subject>PptxGenJS Presentation</dc:subject>
  <dc:creator>AI Voice Memo Prototype</dc:creator>
  <cp:lastModifiedBy>AI Voice Memo Prototype</cp:lastModifiedBy>
  <cp:revision>1</cp:revision>
  <dcterms:created xsi:type="dcterms:W3CDTF">2026-06-05T12:19:28Z</dcterms:created>
  <dcterms:modified xsi:type="dcterms:W3CDTF">2026-06-05T12:19:28Z</dcterms:modified>
</cp:coreProperties>
</file>